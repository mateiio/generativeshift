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20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MedFusion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" y="1600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Feature Fusion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COVID-19 Chest X-Ray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2788920"/>
            <a:ext cx="283464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29077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DINOv3 ViT-B/16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CLS Token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" y="34564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U-Net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down_block[2] + mid @ t=250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4096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Fused: 2304-d → MLP Head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" y="4736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4572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chest X-ray interpretation is time-consuming and prone to variability. Automated classification across COVID-19, Normal, Lung Opacity, and Viral Pneumonia can triage patients faster and reduce diagnostic burden.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143000"/>
            <a:ext cx="539496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261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15087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both encoders. Extract DINOv3 CLS token (768-d) + diffusion U-Net features from down_block[2] and mid_block at t=250, average-pooled and projected to 768-d each. Concatenate → 2304-d → 3-layer MLP. Only 1.9M of 201M parameters are trained.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249424"/>
            <a:ext cx="539496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3591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2670048"/>
            <a:ext cx="1261872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715768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92.49%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20440" y="31272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670048"/>
            <a:ext cx="1261872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15768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31272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2670048"/>
            <a:ext cx="1261872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15768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63640" y="31272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Precision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2670048"/>
            <a:ext cx="1261872" cy="822960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2715768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635240" y="31272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Recall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3630168"/>
            <a:ext cx="539496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7307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20440" y="4005072"/>
            <a:ext cx="16459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399592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Satellite-domain diffusion features transfer usefully to medical imaging without fine-tuning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4352544"/>
            <a:ext cx="16459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434340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DINOv3 semantic + U-Net structural features are complementary, boosting chest X-ray classification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20440" y="4700016"/>
            <a:ext cx="16459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7328" y="469087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COVID cases misclassified as Viral Pneumonia — clinically meaningful separation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2026-04-11T22:28:15Z</dcterms:created>
  <dcterms:modified xsi:type="dcterms:W3CDTF">2026-04-11T22:28:15Z</dcterms:modified>
</cp:coreProperties>
</file>